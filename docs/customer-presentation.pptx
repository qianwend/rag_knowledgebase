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7955279" y="-1097280"/>
            <a:ext cx="5029200" cy="5029200"/>
          </a:xfrm>
          <a:prstGeom prst="arc">
            <a:avLst/>
          </a:prstGeom>
          <a:noFill/>
          <a:ln w="63500">
            <a:solidFill>
              <a:srgbClr val="20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8412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RAGPro ??????????????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8046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YaHei"/>
              </a:rPr>
              <a:t>????? | ???????????????????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3154680"/>
            <a:ext cx="51206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19" y="3447288"/>
            <a:ext cx="448055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B43"/>
                </a:solidFill>
                <a:latin typeface="Microsoft YaHei"/>
              </a:rPr>
              <a:t>????</a:t>
            </a:r>
          </a:p>
        </p:txBody>
      </p:sp>
      <p:sp>
        <p:nvSpPr>
          <p:cNvPr id="7" name="Oval 6"/>
          <p:cNvSpPr/>
          <p:nvPr/>
        </p:nvSpPr>
        <p:spPr>
          <a:xfrm>
            <a:off x="1197864" y="4023360"/>
            <a:ext cx="146304" cy="146304"/>
          </a:xfrm>
          <a:prstGeom prst="ellipse">
            <a:avLst/>
          </a:prstGeom>
          <a:solidFill>
            <a:srgbClr val="2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3959352"/>
            <a:ext cx="4206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???????????????????</a:t>
            </a:r>
          </a:p>
        </p:txBody>
      </p:sp>
      <p:sp>
        <p:nvSpPr>
          <p:cNvPr id="9" name="Oval 8"/>
          <p:cNvSpPr/>
          <p:nvPr/>
        </p:nvSpPr>
        <p:spPr>
          <a:xfrm>
            <a:off x="1197864" y="4681728"/>
            <a:ext cx="146304" cy="146304"/>
          </a:xfrm>
          <a:prstGeom prst="ellipse">
            <a:avLst/>
          </a:prstGeom>
          <a:solidFill>
            <a:srgbClr val="2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4617720"/>
            <a:ext cx="4206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???????????????</a:t>
            </a:r>
          </a:p>
        </p:txBody>
      </p:sp>
      <p:sp>
        <p:nvSpPr>
          <p:cNvPr id="11" name="Oval 10"/>
          <p:cNvSpPr/>
          <p:nvPr/>
        </p:nvSpPr>
        <p:spPr>
          <a:xfrm>
            <a:off x="1197864" y="5340096"/>
            <a:ext cx="146304" cy="146304"/>
          </a:xfrm>
          <a:prstGeom prst="ellipse">
            <a:avLst/>
          </a:prstGeom>
          <a:solidFill>
            <a:srgbClr val="2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5276088"/>
            <a:ext cx="4206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????????????????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5349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icrosoft YaHei"/>
              </a:rPr>
              <a:t>??????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57150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2026-05-25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138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42B43"/>
                </a:solidFill>
                <a:latin typeface="Microsoft YaHei"/>
              </a:rPr>
              <a:t>????? RAGPro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50976"/>
            <a:ext cx="8046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57684"/>
                </a:solidFill>
                <a:latin typeface="Microsoft YaHei"/>
              </a:rPr>
              <a:t>???????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50292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657684"/>
                </a:solidFill>
                <a:latin typeface="Microsoft YaHe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5532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???????????????????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481328"/>
            <a:ext cx="4709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773936"/>
            <a:ext cx="4069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B43"/>
                </a:solidFill>
                <a:latin typeface="Microsoft YaHei"/>
              </a:rPr>
              <a:t>????</a:t>
            </a:r>
          </a:p>
        </p:txBody>
      </p:sp>
      <p:sp>
        <p:nvSpPr>
          <p:cNvPr id="10" name="Oval 9"/>
          <p:cNvSpPr/>
          <p:nvPr/>
        </p:nvSpPr>
        <p:spPr>
          <a:xfrm>
            <a:off x="6958584" y="2350008"/>
            <a:ext cx="146304" cy="146304"/>
          </a:xfrm>
          <a:prstGeom prst="ellipse">
            <a:avLst/>
          </a:prstGeom>
          <a:solidFill>
            <a:srgbClr val="4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2286000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??????????????????????????????????????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138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42B43"/>
                </a:solidFill>
                <a:latin typeface="Microsoft YaHei"/>
              </a:rPr>
              <a:t>????????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50976"/>
            <a:ext cx="8046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57684"/>
                </a:solidFill>
                <a:latin typeface="Microsoft YaHei"/>
              </a:rPr>
              <a:t>??????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50292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657684"/>
                </a:solidFill>
                <a:latin typeface="Microsoft YaHe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5532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 FAQ?????????????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????????????????????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43200"/>
            <a:ext cx="1874519" cy="777240"/>
          </a:xfrm>
          <a:prstGeom prst="round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2962656"/>
            <a:ext cx="1600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????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42032" y="2953512"/>
            <a:ext cx="438912" cy="347472"/>
          </a:xfrm>
          <a:prstGeom prst="rightArrow">
            <a:avLst/>
          </a:prstGeom>
          <a:solidFill>
            <a:srgbClr val="DA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62072" y="2743200"/>
            <a:ext cx="1874519" cy="777240"/>
          </a:xfrm>
          <a:prstGeom prst="roundRect">
            <a:avLst/>
          </a:prstGeom>
          <a:solidFill>
            <a:srgbClr val="2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08376" y="2962656"/>
            <a:ext cx="1600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????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718304" y="2953512"/>
            <a:ext cx="438912" cy="347472"/>
          </a:xfrm>
          <a:prstGeom prst="rightArrow">
            <a:avLst/>
          </a:prstGeom>
          <a:solidFill>
            <a:srgbClr val="DA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38344" y="2743200"/>
            <a:ext cx="1874519" cy="777240"/>
          </a:xfrm>
          <a:prstGeom prst="roundRect">
            <a:avLst/>
          </a:prstGeom>
          <a:solidFill>
            <a:srgbClr val="4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84648" y="2962656"/>
            <a:ext cx="1600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????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894576" y="2953512"/>
            <a:ext cx="438912" cy="347472"/>
          </a:xfrm>
          <a:prstGeom prst="rightArrow">
            <a:avLst/>
          </a:prstGeom>
          <a:solidFill>
            <a:srgbClr val="DA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14616" y="2743200"/>
            <a:ext cx="1874519" cy="777240"/>
          </a:xfrm>
          <a:prstGeom prst="roundRect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19" y="2962656"/>
            <a:ext cx="1600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????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070848" y="2953512"/>
            <a:ext cx="438912" cy="347472"/>
          </a:xfrm>
          <a:prstGeom prst="rightArrow">
            <a:avLst/>
          </a:prstGeom>
          <a:solidFill>
            <a:srgbClr val="DA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90888" y="2743200"/>
            <a:ext cx="1874519" cy="777240"/>
          </a:xfrm>
          <a:prstGeom prst="round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37192" y="2962656"/>
            <a:ext cx="1600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FAQ/RAG??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138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42B43"/>
                </a:solidFill>
                <a:latin typeface="Microsoft YaHei"/>
              </a:rPr>
              <a:t>?????????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50976"/>
            <a:ext cx="8046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57684"/>
                </a:solidFill>
                <a:latin typeface="Microsoft YaHei"/>
              </a:rPr>
              <a:t>????????????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50292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657684"/>
                </a:solidFill>
                <a:latin typeface="Microsoft Ya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5532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???????????????????????????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????????????????????????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?????????????????????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828800"/>
            <a:ext cx="448056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956816"/>
            <a:ext cx="1417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42B43"/>
                </a:solidFill>
                <a:latin typeface="Microsoft YaHei"/>
              </a:rPr>
              <a:t>????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956816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43F"/>
                </a:solidFill>
                <a:latin typeface="Microsoft YaHei"/>
              </a:rPr>
              <a:t>?????????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651760"/>
            <a:ext cx="448056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779776"/>
            <a:ext cx="1417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42B43"/>
                </a:solidFill>
                <a:latin typeface="Microsoft YaHei"/>
              </a:rPr>
              <a:t>??????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779776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43F"/>
                </a:solidFill>
                <a:latin typeface="Microsoft YaHei"/>
              </a:rPr>
              <a:t>?????????????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474720"/>
            <a:ext cx="448056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3602736"/>
            <a:ext cx="1417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42B43"/>
                </a:solidFill>
                <a:latin typeface="Microsoft YaHei"/>
              </a:rPr>
              <a:t>?????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602736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43F"/>
                </a:solidFill>
                <a:latin typeface="Microsoft YaHei"/>
              </a:rPr>
              <a:t>???????????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4297680"/>
            <a:ext cx="448056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4425696"/>
            <a:ext cx="1417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42B43"/>
                </a:solidFill>
                <a:latin typeface="Microsoft YaHei"/>
              </a:rPr>
              <a:t>?????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425696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43F"/>
                </a:solidFill>
                <a:latin typeface="Microsoft YaHei"/>
              </a:rPr>
              <a:t>????????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138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42B43"/>
                </a:solidFill>
                <a:latin typeface="Microsoft YaHei"/>
              </a:rPr>
              <a:t>?????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50976"/>
            <a:ext cx="8046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57684"/>
                </a:solidFill>
                <a:latin typeface="Microsoft YaHei"/>
              </a:rPr>
              <a:t>?????????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50292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657684"/>
                </a:solidFill>
                <a:latin typeface="Microsoft Ya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5532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??????????????????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481328"/>
            <a:ext cx="4709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773936"/>
            <a:ext cx="4069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B43"/>
                </a:solidFill>
                <a:latin typeface="Microsoft YaHei"/>
              </a:rPr>
              <a:t>????</a:t>
            </a:r>
          </a:p>
        </p:txBody>
      </p:sp>
      <p:sp>
        <p:nvSpPr>
          <p:cNvPr id="10" name="Oval 9"/>
          <p:cNvSpPr/>
          <p:nvPr/>
        </p:nvSpPr>
        <p:spPr>
          <a:xfrm>
            <a:off x="6958584" y="2350008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2286000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?? /login</a:t>
            </a:r>
          </a:p>
        </p:txBody>
      </p:sp>
      <p:sp>
        <p:nvSpPr>
          <p:cNvPr id="12" name="Oval 11"/>
          <p:cNvSpPr/>
          <p:nvPr/>
        </p:nvSpPr>
        <p:spPr>
          <a:xfrm>
            <a:off x="6958584" y="3008376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2944368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??????</a:t>
            </a:r>
          </a:p>
        </p:txBody>
      </p:sp>
      <p:sp>
        <p:nvSpPr>
          <p:cNvPr id="14" name="Oval 13"/>
          <p:cNvSpPr/>
          <p:nvPr/>
        </p:nvSpPr>
        <p:spPr>
          <a:xfrm>
            <a:off x="6958584" y="3666744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3602736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????????</a:t>
            </a:r>
          </a:p>
        </p:txBody>
      </p:sp>
      <p:sp>
        <p:nvSpPr>
          <p:cNvPr id="16" name="Oval 15"/>
          <p:cNvSpPr/>
          <p:nvPr/>
        </p:nvSpPr>
        <p:spPr>
          <a:xfrm>
            <a:off x="6958584" y="4325112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4261104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????????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138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42B43"/>
                </a:solidFill>
                <a:latin typeface="Microsoft YaHei"/>
              </a:rPr>
              <a:t>???????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50976"/>
            <a:ext cx="8046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57684"/>
                </a:solidFill>
                <a:latin typeface="Microsoft YaHei"/>
              </a:rPr>
              <a:t>??????????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50292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657684"/>
                </a:solidFill>
                <a:latin typeface="Microsoft Ya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5532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 FAQ?????????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FAQ ????????????????????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481328"/>
            <a:ext cx="4709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773936"/>
            <a:ext cx="4069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B43"/>
                </a:solidFill>
                <a:latin typeface="Microsoft YaHei"/>
              </a:rPr>
              <a:t>????</a:t>
            </a:r>
          </a:p>
        </p:txBody>
      </p:sp>
      <p:sp>
        <p:nvSpPr>
          <p:cNvPr id="10" name="Oval 9"/>
          <p:cNvSpPr/>
          <p:nvPr/>
        </p:nvSpPr>
        <p:spPr>
          <a:xfrm>
            <a:off x="6958584" y="2350008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2286000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?? /qa</a:t>
            </a:r>
          </a:p>
        </p:txBody>
      </p:sp>
      <p:sp>
        <p:nvSpPr>
          <p:cNvPr id="12" name="Oval 11"/>
          <p:cNvSpPr/>
          <p:nvPr/>
        </p:nvSpPr>
        <p:spPr>
          <a:xfrm>
            <a:off x="6958584" y="3008376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2944368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??? FAQ ???</a:t>
            </a:r>
          </a:p>
        </p:txBody>
      </p:sp>
      <p:sp>
        <p:nvSpPr>
          <p:cNvPr id="14" name="Oval 13"/>
          <p:cNvSpPr/>
          <p:nvPr/>
        </p:nvSpPr>
        <p:spPr>
          <a:xfrm>
            <a:off x="6958584" y="3666744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3602736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?????????</a:t>
            </a:r>
          </a:p>
        </p:txBody>
      </p:sp>
      <p:sp>
        <p:nvSpPr>
          <p:cNvPr id="16" name="Oval 15"/>
          <p:cNvSpPr/>
          <p:nvPr/>
        </p:nvSpPr>
        <p:spPr>
          <a:xfrm>
            <a:off x="6958584" y="4325112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4261104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????????????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138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42B43"/>
                </a:solidFill>
                <a:latin typeface="Microsoft YaHei"/>
              </a:rPr>
              <a:t>FAQ + RAG ?????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50976"/>
            <a:ext cx="8046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57684"/>
                </a:solidFill>
                <a:latin typeface="Microsoft YaHei"/>
              </a:rPr>
              <a:t>???????????????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50292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657684"/>
                </a:solidFill>
                <a:latin typeface="Microsoft YaHe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5532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FAQ 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RAG ???????????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????????????????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508760"/>
            <a:ext cx="20574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89720" y="1508760"/>
            <a:ext cx="20574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67728" y="1828800"/>
            <a:ext cx="1325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877F2"/>
                </a:solidFill>
                <a:latin typeface="Microsoft YaHei"/>
              </a:rPr>
              <a:t>FAQ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423160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6343F"/>
                </a:solidFill>
                <a:latin typeface="Microsoft YaHei"/>
              </a:rPr>
              <a:t>????????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8048" y="1828800"/>
            <a:ext cx="1325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409669"/>
                </a:solidFill>
                <a:latin typeface="Microsoft YaHei"/>
              </a:rPr>
              <a:t>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5752" y="2423160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6343F"/>
                </a:solidFill>
                <a:latin typeface="Microsoft YaHei"/>
              </a:rPr>
              <a:t>????????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092440" y="4434840"/>
            <a:ext cx="1691640" cy="457200"/>
          </a:xfrm>
          <a:prstGeom prst="downArrow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50749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B43"/>
                </a:solidFill>
                <a:latin typeface="Microsoft YaHei"/>
              </a:rPr>
              <a:t>??????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138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42B43"/>
                </a:solidFill>
                <a:latin typeface="Microsoft YaHei"/>
              </a:rPr>
              <a:t>???????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50976"/>
            <a:ext cx="8046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57684"/>
                </a:solidFill>
                <a:latin typeface="Microsoft YaHei"/>
              </a:rPr>
              <a:t>???????????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50292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657684"/>
                </a:solidFill>
                <a:latin typeface="Microsoft YaHe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5532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?????Markdown?HTML?PDF?Word?PPT 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????????????????????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481328"/>
            <a:ext cx="4709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773936"/>
            <a:ext cx="4069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B43"/>
                </a:solidFill>
                <a:latin typeface="Microsoft YaHei"/>
              </a:rPr>
              <a:t>????</a:t>
            </a:r>
          </a:p>
        </p:txBody>
      </p:sp>
      <p:sp>
        <p:nvSpPr>
          <p:cNvPr id="10" name="Oval 9"/>
          <p:cNvSpPr/>
          <p:nvPr/>
        </p:nvSpPr>
        <p:spPr>
          <a:xfrm>
            <a:off x="6958584" y="2350008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2286000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?? /knowledge</a:t>
            </a:r>
          </a:p>
        </p:txBody>
      </p:sp>
      <p:sp>
        <p:nvSpPr>
          <p:cNvPr id="12" name="Oval 11"/>
          <p:cNvSpPr/>
          <p:nvPr/>
        </p:nvSpPr>
        <p:spPr>
          <a:xfrm>
            <a:off x="6958584" y="3008376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2944368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?????</a:t>
            </a:r>
          </a:p>
        </p:txBody>
      </p:sp>
      <p:sp>
        <p:nvSpPr>
          <p:cNvPr id="14" name="Oval 13"/>
          <p:cNvSpPr/>
          <p:nvPr/>
        </p:nvSpPr>
        <p:spPr>
          <a:xfrm>
            <a:off x="6958584" y="3666744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3602736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??????</a:t>
            </a:r>
          </a:p>
        </p:txBody>
      </p:sp>
      <p:sp>
        <p:nvSpPr>
          <p:cNvPr id="16" name="Oval 15"/>
          <p:cNvSpPr/>
          <p:nvPr/>
        </p:nvSpPr>
        <p:spPr>
          <a:xfrm>
            <a:off x="6958584" y="4325112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4261104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???????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138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42B43"/>
                </a:solidFill>
                <a:latin typeface="Microsoft YaHei"/>
              </a:rPr>
              <a:t>????????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50976"/>
            <a:ext cx="8046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57684"/>
                </a:solidFill>
                <a:latin typeface="Microsoft YaHei"/>
              </a:rPr>
              <a:t>????????????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50292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657684"/>
                </a:solidFill>
                <a:latin typeface="Microsoft YaHe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5532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?????????????????????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??????????????????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481328"/>
            <a:ext cx="4709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773936"/>
            <a:ext cx="4069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B43"/>
                </a:solidFill>
                <a:latin typeface="Microsoft YaHei"/>
              </a:rPr>
              <a:t>????</a:t>
            </a:r>
          </a:p>
        </p:txBody>
      </p:sp>
      <p:sp>
        <p:nvSpPr>
          <p:cNvPr id="10" name="Oval 9"/>
          <p:cNvSpPr/>
          <p:nvPr/>
        </p:nvSpPr>
        <p:spPr>
          <a:xfrm>
            <a:off x="6958584" y="2350008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2286000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?? /knowledge/sources</a:t>
            </a:r>
          </a:p>
        </p:txBody>
      </p:sp>
      <p:sp>
        <p:nvSpPr>
          <p:cNvPr id="12" name="Oval 11"/>
          <p:cNvSpPr/>
          <p:nvPr/>
        </p:nvSpPr>
        <p:spPr>
          <a:xfrm>
            <a:off x="6958584" y="3008376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2944368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?? /knowledge/reindex</a:t>
            </a:r>
          </a:p>
        </p:txBody>
      </p:sp>
      <p:sp>
        <p:nvSpPr>
          <p:cNvPr id="14" name="Oval 13"/>
          <p:cNvSpPr/>
          <p:nvPr/>
        </p:nvSpPr>
        <p:spPr>
          <a:xfrm>
            <a:off x="6958584" y="3666744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3602736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??????????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138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42B43"/>
                </a:solidFill>
                <a:latin typeface="Microsoft YaHei"/>
              </a:rPr>
              <a:t>???????????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50976"/>
            <a:ext cx="8046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57684"/>
                </a:solidFill>
                <a:latin typeface="Microsoft YaHei"/>
              </a:rPr>
              <a:t>?????????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50292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657684"/>
                </a:solidFill>
                <a:latin typeface="Microsoft YaHe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5532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???????????????????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481328"/>
            <a:ext cx="4709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773936"/>
            <a:ext cx="4069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B43"/>
                </a:solidFill>
                <a:latin typeface="Microsoft YaHei"/>
              </a:rPr>
              <a:t>????</a:t>
            </a:r>
          </a:p>
        </p:txBody>
      </p:sp>
      <p:sp>
        <p:nvSpPr>
          <p:cNvPr id="10" name="Oval 9"/>
          <p:cNvSpPr/>
          <p:nvPr/>
        </p:nvSpPr>
        <p:spPr>
          <a:xfrm>
            <a:off x="6958584" y="2350008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2286000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?? /users</a:t>
            </a:r>
          </a:p>
        </p:txBody>
      </p:sp>
      <p:sp>
        <p:nvSpPr>
          <p:cNvPr id="12" name="Oval 11"/>
          <p:cNvSpPr/>
          <p:nvPr/>
        </p:nvSpPr>
        <p:spPr>
          <a:xfrm>
            <a:off x="6958584" y="3008376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2944368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??????</a:t>
            </a:r>
          </a:p>
        </p:txBody>
      </p:sp>
      <p:sp>
        <p:nvSpPr>
          <p:cNvPr id="14" name="Oval 13"/>
          <p:cNvSpPr/>
          <p:nvPr/>
        </p:nvSpPr>
        <p:spPr>
          <a:xfrm>
            <a:off x="6958584" y="3666744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3602736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?? /users/access</a:t>
            </a:r>
          </a:p>
        </p:txBody>
      </p:sp>
      <p:sp>
        <p:nvSpPr>
          <p:cNvPr id="16" name="Oval 15"/>
          <p:cNvSpPr/>
          <p:nvPr/>
        </p:nvSpPr>
        <p:spPr>
          <a:xfrm>
            <a:off x="6958584" y="4325112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4261104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???????</a:t>
            </a:r>
          </a:p>
        </p:txBody>
      </p:sp>
      <p:sp>
        <p:nvSpPr>
          <p:cNvPr id="18" name="Oval 17"/>
          <p:cNvSpPr/>
          <p:nvPr/>
        </p:nvSpPr>
        <p:spPr>
          <a:xfrm>
            <a:off x="6958584" y="4983480"/>
            <a:ext cx="146304" cy="146304"/>
          </a:xfrm>
          <a:prstGeom prst="ellipse">
            <a:avLst/>
          </a:prstGeom>
          <a:solidFill>
            <a:srgbClr val="EC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4919472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?? /users/audit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138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42B43"/>
                </a:solidFill>
                <a:latin typeface="Microsoft YaHei"/>
              </a:rPr>
              <a:t>??????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50976"/>
            <a:ext cx="8046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57684"/>
                </a:solidFill>
                <a:latin typeface="Microsoft YaHei"/>
              </a:rPr>
              <a:t>15 ????????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50292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657684"/>
                </a:solidFill>
                <a:latin typeface="Microsoft YaHe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5532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???????????????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331720"/>
            <a:ext cx="658368" cy="658368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48716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54680"/>
            <a:ext cx="1325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26343F"/>
                </a:solidFill>
                <a:latin typeface="Microsoft YaHei"/>
              </a:rPr>
              <a:t>?????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72768" y="2660904"/>
            <a:ext cx="1490472" cy="0"/>
          </a:xfrm>
          <a:prstGeom prst="line">
            <a:avLst/>
          </a:prstGeom>
          <a:ln w="27940">
            <a:solidFill>
              <a:srgbClr val="DA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063240" y="2331720"/>
            <a:ext cx="658368" cy="658368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7832" y="248716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154680"/>
            <a:ext cx="1325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26343F"/>
                </a:solidFill>
                <a:latin typeface="Microsoft YaHei"/>
              </a:rPr>
              <a:t>????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21608" y="2660904"/>
            <a:ext cx="1490472" cy="0"/>
          </a:xfrm>
          <a:prstGeom prst="line">
            <a:avLst/>
          </a:prstGeom>
          <a:ln w="27940">
            <a:solidFill>
              <a:srgbClr val="DA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212080" y="2331720"/>
            <a:ext cx="658368" cy="658368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76672" y="248716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154680"/>
            <a:ext cx="1325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26343F"/>
                </a:solidFill>
                <a:latin typeface="Microsoft YaHei"/>
              </a:rPr>
              <a:t>??????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70448" y="2660904"/>
            <a:ext cx="1490472" cy="0"/>
          </a:xfrm>
          <a:prstGeom prst="line">
            <a:avLst/>
          </a:prstGeom>
          <a:ln w="27940">
            <a:solidFill>
              <a:srgbClr val="DA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360920" y="2331720"/>
            <a:ext cx="658368" cy="658368"/>
          </a:xfrm>
          <a:prstGeom prst="ellipse">
            <a:avLst/>
          </a:prstGeom>
          <a:solidFill>
            <a:srgbClr val="4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5512" y="248716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154680"/>
            <a:ext cx="1325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26343F"/>
                </a:solidFill>
                <a:latin typeface="Microsoft YaHei"/>
              </a:rPr>
              <a:t>????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019288" y="2660904"/>
            <a:ext cx="1490472" cy="0"/>
          </a:xfrm>
          <a:prstGeom prst="line">
            <a:avLst/>
          </a:prstGeom>
          <a:ln w="27940">
            <a:solidFill>
              <a:srgbClr val="DA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9509760" y="2331720"/>
            <a:ext cx="658368" cy="658368"/>
          </a:xfrm>
          <a:prstGeom prst="ellipse">
            <a:avLst/>
          </a:prstGeom>
          <a:solidFill>
            <a:srgbClr val="4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74352" y="248716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3154680"/>
            <a:ext cx="1325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26343F"/>
                </a:solidFill>
                <a:latin typeface="Microsoft YaHei"/>
              </a:rPr>
              <a:t>?????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999" cy="25603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138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42B43"/>
                </a:solidFill>
                <a:latin typeface="Microsoft YaHei"/>
              </a:rPr>
              <a:t>???????????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50976"/>
            <a:ext cx="8046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57684"/>
                </a:solidFill>
                <a:latin typeface="Microsoft YaHei"/>
              </a:rPr>
              <a:t>??????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50292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657684"/>
                </a:solidFill>
                <a:latin typeface="Microsoft YaHe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5532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 20-50 ???????????</a:t>
            </a:r>
          </a:p>
          <a:p>
            <a:pPr>
              <a:spcAft>
                <a:spcPts val="1000"/>
              </a:spcAft>
              <a:defRPr sz="1700">
                <a:solidFill>
                  <a:srgbClr val="26343F"/>
                </a:solidFill>
                <a:latin typeface="Microsoft YaHei"/>
              </a:defRPr>
            </a:pPr>
            <a:r>
              <a:t>???????????????????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481328"/>
            <a:ext cx="4709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773936"/>
            <a:ext cx="4069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B43"/>
                </a:solidFill>
                <a:latin typeface="Microsoft YaHei"/>
              </a:rPr>
              <a:t>????</a:t>
            </a:r>
          </a:p>
        </p:txBody>
      </p:sp>
      <p:sp>
        <p:nvSpPr>
          <p:cNvPr id="10" name="Oval 9"/>
          <p:cNvSpPr/>
          <p:nvPr/>
        </p:nvSpPr>
        <p:spPr>
          <a:xfrm>
            <a:off x="6958584" y="2350008"/>
            <a:ext cx="146304" cy="146304"/>
          </a:xfrm>
          <a:prstGeom prst="ellipse">
            <a:avLst/>
          </a:prstGeom>
          <a:solidFill>
            <a:srgbClr val="4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2286000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6343F"/>
                </a:solidFill>
                <a:latin typeface="Microsoft YaHei"/>
              </a:rPr>
              <a:t>?????????????????????????????????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